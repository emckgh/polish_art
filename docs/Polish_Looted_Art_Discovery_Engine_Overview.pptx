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C1421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323232"/>
                </a:solidFill>
              </a:defRPr>
            </a:pPr>
            <a:r>
              <a:t>Recovering Cultural Heritage Through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Hundreds of thousands of Polish works looted in WWII still circulate online.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Recovery today is manual and slow.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We use technology to find where looted art appears—auctions, marketplaces, galleries—and surface leads for experts and restitution.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Reference database from official sources (e.g. Division for Looted Art).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Reverse image search at scale; prioritizes auction and marketplace hits.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Web UI for curators to browse, search, and review leads.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051560"/>
            <a:ext cx="4572000" cy="1965960"/>
          </a:xfrm>
          <a:prstGeom prst="rect">
            <a:avLst/>
          </a:prstGeom>
          <a:solidFill>
            <a:srgbClr val="F0F0F0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516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23232"/>
                </a:solidFill>
              </a:defRPr>
            </a:pPr>
            <a:r>
              <a:t>[Screenshot: Artwork list]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154680"/>
            <a:ext cx="4572000" cy="1965960"/>
          </a:xfrm>
          <a:prstGeom prst="rect">
            <a:avLst/>
          </a:prstGeom>
          <a:solidFill>
            <a:srgbClr val="F0F0F0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9547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23232"/>
                </a:solidFill>
              </a:defRPr>
            </a:pPr>
            <a:r>
              <a:t>[Screenshot: Artwork detail &amp; Vision results]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Prioritized leads, low cost, scalable to tens of thousands of artworks.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Pilot with ministry or museum partners; secure funding for API and capacity.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Extend: public reporting, official DB integration, stronger restitution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We seek partners in museums, government, and cultural institutions to scale impact and accelerate restitution.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