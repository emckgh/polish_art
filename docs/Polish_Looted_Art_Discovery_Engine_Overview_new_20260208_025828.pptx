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cy9fm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212124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461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6464C"/>
                </a:solidFill>
              </a:defRPr>
            </a:pPr>
            <a:r>
              <a:t>Recovering Cultural Heritage Through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1  | 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cy9fm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124"/>
                </a:solidFill>
              </a:defRPr>
            </a:pPr>
            <a:r>
              <a:t>Challenge &amp;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7863840" cy="9144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229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Hundreds of thousands of Polish works looted in WWII still circulate online.</a:t>
            </a:r>
          </a:p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Recovery today is manual and slow.</a:t>
            </a:r>
          </a:p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We use technology to find where looted art appears—auctions, marketplaces, galleries—and surface leads for experts and restitution.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2  | 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cy9fm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124"/>
                </a:solidFill>
              </a:defRPr>
            </a:pPr>
            <a:r>
              <a:t>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7863840" cy="9144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6464C"/>
                </a:solidFill>
              </a:defRPr>
            </a:pPr>
            <a:r>
              <a:t>Reference database from official sources (e.g. Division for Looted Art).</a:t>
            </a:r>
          </a:p>
          <a:p>
            <a:pPr>
              <a:spcAft>
                <a:spcPts val="600"/>
              </a:spcAft>
              <a:defRPr sz="1300">
                <a:solidFill>
                  <a:srgbClr val="46464C"/>
                </a:solidFill>
              </a:defRPr>
            </a:pPr>
            <a:r>
              <a:t>Reverse image search at scale; prioritizes auction and marketplace hits.</a:t>
            </a:r>
          </a:p>
          <a:p>
            <a:pPr>
              <a:spcAft>
                <a:spcPts val="600"/>
              </a:spcAft>
              <a:defRPr sz="1300">
                <a:solidFill>
                  <a:srgbClr val="46464C"/>
                </a:solidFill>
              </a:defRPr>
            </a:pPr>
            <a:r>
              <a:t>Web UI for curators to browse, search, and review leads.</a:t>
            </a:r>
          </a:p>
        </p:txBody>
      </p:sp>
      <p:pic>
        <p:nvPicPr>
          <p:cNvPr id="6" name="Picture 5" descr="screenshot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34440"/>
            <a:ext cx="4480560" cy="1920240"/>
          </a:xfrm>
          <a:prstGeom prst="rect">
            <a:avLst/>
          </a:prstGeom>
        </p:spPr>
      </p:pic>
      <p:pic>
        <p:nvPicPr>
          <p:cNvPr id="7" name="Picture 6" descr="screenshot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264408"/>
            <a:ext cx="4480560" cy="1920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3  | 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cy9fm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124"/>
                </a:solidFill>
              </a:defRPr>
            </a:pPr>
            <a:r>
              <a:t>Impact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7863840" cy="9144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229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Prioritized leads, low cost, scalable to tens of thousands of artworks.</a:t>
            </a:r>
          </a:p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Pilot with ministry or museum partners; secure funding for API and capacity.</a:t>
            </a:r>
          </a:p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Extend: public reporting, official DB integration, stronger restitution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4  |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cy9fm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2124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7863840" cy="9144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229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6464C"/>
                </a:solidFill>
              </a:defRPr>
            </a:pPr>
            <a:r>
              <a:t>We seek partners in museums, government, and cultural institutions to scale impact and accelerate restitution.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7863840" cy="2743"/>
          </a:xfrm>
          <a:prstGeom prst="rect">
            <a:avLst/>
          </a:prstGeom>
          <a:solidFill>
            <a:srgbClr val="C8C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99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C"/>
                </a:solidFill>
              </a:defRPr>
            </a:pPr>
            <a:r>
              <a:t>Polish Looted Art Discovery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640994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C"/>
                </a:solidFill>
              </a:defRPr>
            </a:pPr>
            <a:r>
              <a:t>5  |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